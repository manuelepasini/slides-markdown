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Traditional DBMS, Big Data and Data Platforms</a:t>
            </a:r>
          </a:p>
          <a:p>
            <a:pPr lvl="2"/>
            <a:r>
              <a:rPr/>
              <a:t>Data architectures and methodologies for Digital Twins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optimization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 God no, not DTs again</a:t>
            </a:r>
          </a:p>
          <a:p>
            <a:pPr lvl="0" indent="0" marL="0">
              <a:buNone/>
            </a:pPr>
            <a:r>
              <a:rPr/>
              <a:t>Oh God no, not DTs again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Work</a:t>
            </a:r>
          </a:p>
        </p:txBody>
      </p:sp>
      <p:pic>
        <p:nvPicPr>
          <p:cNvPr descr="https://raw.githubusercontent.com/ManuelePasini/slides-markdown/refs/heads/master/slides/images/ioanninaSlides/catalo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our P.A.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Graph+TimeSeries Hybrid data model</a:t>
            </a:r>
          </a:p>
          <a:p>
            <a:pPr lvl="0" indent="0" marL="0">
              <a:buNone/>
            </a:pPr>
            <a:r>
              <a:rPr/>
              <a:t>Graph+TimeSeries Hybrid data model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Future plans</a:t>
            </a:r>
          </a:p>
          <a:p>
            <a:pPr lvl="0"/>
            <a:r>
              <a:rPr/>
              <a:t>Hopefully finish and publish the paper;</a:t>
            </a:r>
          </a:p>
          <a:p>
            <a:pPr lvl="0"/>
            <a:r>
              <a:rPr/>
              <a:t>optimize querying performances;</a:t>
            </a:r>
          </a:p>
          <a:p>
            <a:pPr lvl="0"/>
            <a:r>
              <a:rPr/>
              <a:t>enhance query expressiveness;</a:t>
            </a:r>
          </a:p>
          <a:p>
            <a:pPr lvl="0"/>
            <a:r>
              <a:rPr b="1"/>
              <a:t>Survive this journey without developing PTSD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2025-11-20T16:22:39Z</dcterms:created>
  <dcterms:modified xsi:type="dcterms:W3CDTF">2025-11-20T16:22:39Z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