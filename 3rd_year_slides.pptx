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svg" /><Relationship Id="rId2" Type="http://schemas.openxmlformats.org/officeDocument/2006/relationships/image" Target="../media/image8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Property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data structure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System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Property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model: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storage: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2026-09-16T08:46:22Z</dcterms:created>
  <dcterms:modified xsi:type="dcterms:W3CDTF">2026-09-16T08:46:22Z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