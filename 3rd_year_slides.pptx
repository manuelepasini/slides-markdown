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 . Under review @ VLDB 2027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data structure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System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Graph data model </a:t>
            </a:r>
          </a:p>
          <a:p>
            <a:pPr lvl="1"/>
            <a:r>
              <a:rPr/>
              <a:t>TS events as graph nodes:</a:t>
            </a:r>
          </a:p>
          <a:p>
            <a:pPr lvl="2"/>
            <a:r>
              <a:rPr/>
              <a:t>can also hold edges and properties</a:t>
            </a:r>
          </a:p>
          <a:p>
            <a:pPr lvl="2"/>
            <a:r>
              <a:rPr/>
              <a:t>materialized on graph at query time (saving storage).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storage:</a:t>
            </a:r>
          </a:p>
          <a:p>
            <a:pPr lvl="1"/>
            <a:r>
              <a:rPr/>
              <a:t>Dedicated Time-Series streaming ingestion of data;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2026-09-15T14:52:48Z</dcterms:created>
  <dcterms:modified xsi:type="dcterms:W3CDTF">2026-09-15T14:52:48Z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