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1"/>
            <a:r>
              <a:rPr/>
              <a:t>⋂i=1..k Iei ≠ ∅</a:t>
            </a:r>
          </a:p>
          <a:p>
            <a:pPr lvl="1"/>
            <a:r>
              <a:rPr/>
              <a:t>path(P) è valido ⇔ ⋂i=1..k Iei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 b="1"/>
              <a:t>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2025-11-20T15:07:13Z</dcterms:created>
  <dcterms:modified xsi:type="dcterms:W3CDTF">2025-11-20T15:07:13Z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