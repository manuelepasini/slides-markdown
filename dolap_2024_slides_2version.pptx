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html" ContentType="text/html; charset=utf-8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ht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2025-11-20T18:10:15Z</dcterms:created>
  <dcterms:modified xsi:type="dcterms:W3CDTF">2025-11-20T18:10:15Z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