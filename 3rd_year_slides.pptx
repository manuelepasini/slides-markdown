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igitaltwin1.org/articles/1-2/v2" TargetMode="External" /><Relationship Id="rId2" Type="http://schemas.openxmlformats.org/officeDocument/2006/relationships/image" Target="../media/image5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digitaltwin1.org/articles/1-2/v2" TargetMode="External" /><Relationship Id="rId2" Type="http://schemas.openxmlformats.org/officeDocument/2006/relationships/image" Target="../media/image6.sv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 review @ VLDB 2027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data structure for large spatio-temporal property graphs</a:t>
            </a:r>
          </a:p>
          <a:p>
            <a:pPr lvl="1"/>
            <a:r>
              <a:rPr/>
              <a:t>Unified graph conceptual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3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 review @ VLDB 2027</a:t>
            </a:r>
          </a:p>
          <a:p>
            <a:pPr lvl="0"/>
            <a:r>
              <a:rPr/>
              <a:t>Key points: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- Optimized streaming ingestion of data;
- Query optimization through filter-pushdown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- TS events as graph nodes:
    - can also hold edges and properties
    - materialized on graph at query time (saving storage).
- Support for different temporal semantics 
    - (e.g., continuous path (default), consecutive path) 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3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2026-09-15T14:30:51Z</dcterms:created>
  <dcterms:modified xsi:type="dcterms:W3CDTF">2026-09-15T14:30:51Z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