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; charset=utf-8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shtml" /><Relationship Id="rId2" Type="http://schemas.openxmlformats.org/officeDocument/2006/relationships/image" Target="../media/image1.sht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ht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sht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sht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ht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2025-11-20T18:48:36Z</dcterms:created>
  <dcterms:modified xsi:type="dcterms:W3CDTF">2025-11-20T18:48:36Z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