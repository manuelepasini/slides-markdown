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Prescriptive watering: Data-driven optimization of water consumption in kiwifruit orchards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Spatio-Temporal Property Graphs and Time-Series Data . Under review @ VLDB 2027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data structure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System Architecture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Property Graphs and Time-Series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Key points:</a:t>
            </a:r>
          </a:p>
          <a:p>
            <a:pPr lvl="1"/>
            <a:r>
              <a:rPr/>
              <a:t>Optimized streaming ingestion of data;</a:t>
            </a:r>
          </a:p>
          <a:p>
            <a:pPr lvl="1"/>
            <a:r>
              <a:rPr/>
              <a:t>Query optimization through filter-pushdown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- TS events as graph nodes:
    - can also hold edges and properties
    - materialized on graph at query time (saving storage).
- Support for different temporal semantics 
    - (e.g., continuous path (default), consecutive path) 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2026-09-15T14:42:08Z</dcterms:created>
  <dcterms:modified xsi:type="dcterms:W3CDTF">2026-09-15T14:42:08Z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