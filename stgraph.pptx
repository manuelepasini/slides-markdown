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Path Exploration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Materializing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materialized as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2025-11-26T13:41:12Z</dcterms:created>
  <dcterms:modified xsi:type="dcterms:W3CDTF">2025-11-26T13:41:12Z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