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 are optimized for high-performance entity traversal;</a:t>
            </a:r>
          </a:p>
          <a:p>
            <a:pPr lvl="1"/>
            <a:r>
              <a:rPr/>
              <a:t>Usually built on data structures implementing </a:t>
            </a:r>
            <a:r>
              <a:rPr b="1"/>
              <a:t>index-free adjacency principles</a:t>
            </a:r>
            <a:r>
              <a:rPr/>
              <a:t>.</a:t>
            </a:r>
          </a:p>
          <a:p>
            <a:pPr lvl="0"/>
            <a:r>
              <a:rPr/>
              <a:t>Time-Series DBMSs are are designed for high-throughput temporal ingestion and efficient management of time-structured data;</a:t>
            </a:r>
          </a:p>
          <a:p>
            <a:pPr lvl="1"/>
            <a:r>
              <a:rPr/>
              <a:t>Usually built on </a:t>
            </a:r>
            <a:r>
              <a:rPr b="1"/>
              <a:t>Log-Structured Merge Tree</a:t>
            </a:r>
            <a:r>
              <a:rPr/>
              <a:t> based data structures.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2025-11-20T09:26:00Z</dcterms:created>
  <dcterms:modified xsi:type="dcterms:W3CDTF">2025-11-20T09:26:00Z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