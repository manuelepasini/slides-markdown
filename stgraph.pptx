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 are optimized for high-performance entity traversal;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.</a:t>
            </a:r>
          </a:p>
          <a:p>
            <a:pPr lvl="0"/>
            <a:r>
              <a:rPr/>
              <a:t>Time-Series DBMSs are designed for high-throughput temporal ingestion and efficient management of time-structured data;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2025-11-20T09:37:36Z</dcterms:created>
  <dcterms:modified xsi:type="dcterms:W3CDTF">2025-11-20T09:37:36Z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