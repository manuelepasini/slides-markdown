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Extend Cypher/GQL with TS operators;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2"/>
            <a:r>
              <a:rPr/>
              <a:t>Correlate graph metrics with time-series trends</a:t>
            </a:r>
          </a:p>
          <a:p>
            <a:pPr lvl="3"/>
            <a:r>
              <a:rPr/>
              <a:t>e.g., landslide monitoring sensor network: correlation between pressure measurements and node degree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Multistore:</a:t>
            </a:r>
          </a:p>
          <a:p>
            <a:pPr lvl="1"/>
            <a:r>
              <a:rPr/>
              <a:t>Provide a unified language that transparently distributes the execution plan on different engines.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2026-09-18T08:39:57Z</dcterms:created>
  <dcterms:modified xsi:type="dcterms:W3CDTF">2026-09-18T08:39:57Z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