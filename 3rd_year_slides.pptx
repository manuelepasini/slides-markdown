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vldb.org/2027/" TargetMode="External" /><Relationship Id="rId4" Type="http://schemas.openxmlformats.org/officeDocument/2006/relationships/image" Target="../media/image11.svg" /><Relationship Id="rId3" Type="http://schemas.openxmlformats.org/officeDocument/2006/relationships/image" Target="../media/image10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  <a:p>
            <a:pPr lvl="0"/>
            <a:r>
              <a:rPr/>
              <a:t>Submitted to </a:t>
            </a:r>
            <a:r>
              <a:rPr>
                <a:hlinkClick r:id="rId2"/>
              </a:rPr>
              <a:t>VLDB 2027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2026-09-16T09:57:05Z</dcterms:created>
  <dcterms:modified xsi:type="dcterms:W3CDTF">2026-09-16T09:57:05Z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