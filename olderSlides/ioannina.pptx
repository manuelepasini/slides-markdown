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204"/>
          <a:sy d="100" n="204"/>
        </p:scale>
        <p:origin x="488" y="11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28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charset="0" panose="020B0604020202020204" pitchFamily="34" typeface="Helvetica"/>
          <a:ea typeface="+mj-ea"/>
          <a:cs charset="0" panose="020B0604020202020204" pitchFamily="34" typeface="Helvetic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 database: Foundations and Data Science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GSQL and GQL : new standards emerged for query language in graphs</a:t>
            </a:r>
          </a:p>
          <a:p>
            <a:pPr lvl="0"/>
            <a:r>
              <a:rPr/>
              <a:t>Cypher ASCII-art syntax (?)</a:t>
            </a:r>
          </a:p>
          <a:p>
            <a:pPr lvl="0"/>
            <a:r>
              <a:rPr/>
              <a:t>Perchè se moltiplico le adjacency matrix di due nodi di un unlabeled graph ottengo tutti i path a distanza due da quel nodo?</a:t>
            </a:r>
          </a:p>
          <a:p>
            <a:pPr lvl="0"/>
            <a:r>
              <a:rPr/>
              <a:t>Neo4J apparently uses 9 bytes for evertexes</a:t>
            </a:r>
          </a:p>
          <a:p>
            <a:pPr lvl="0"/>
            <a:r>
              <a:rPr/>
              <a:t>Pointer to previous relationships is just for optimization (but why? )</a:t>
            </a:r>
          </a:p>
          <a:p>
            <a:pPr lvl="0"/>
            <a:r>
              <a:rPr/>
              <a:t>You don’t have homomorphism in edges unless you break down a pattern into two pattern and joining them. (molto bella questa cosa, forse dovremmo parlare di isomorfismo e omomorfismo sulla nostra struttura dati).</a:t>
            </a:r>
          </a:p>
          <a:p>
            <a:pPr lvl="0"/>
            <a:r>
              <a:rPr/>
              <a:t>Ulmann’s Algorithm.</a:t>
            </a:r>
          </a:p>
          <a:p>
            <a:pPr lvl="0"/>
            <a:r>
              <a:rPr/>
              <a:t>gMark and pgMark: generatori di grafi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 Data Science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2025-11-20T18:55:19Z</dcterms:created>
  <dcterms:modified xsi:type="dcterms:W3CDTF">2025-11-20T18:55:19Z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