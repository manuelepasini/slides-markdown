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separate data by temporal granularity to support hybrid modeling across time-series and temporal graph systems?</a:t>
            </a:r>
          </a:p>
          <a:p>
            <a:pPr lvl="0"/>
            <a:r>
              <a:rPr/>
              <a:t>If so, can we embed two different data-layout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node;</a:t>
            </a:r>
          </a:p>
          <a:p>
            <a:pPr lvl="1"/>
            <a:r>
              <a:rPr/>
              <a:t>Time-Series node;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(to a graph node);</a:t>
            </a:r>
          </a:p>
          <a:p>
            <a:pPr lvl="1"/>
            <a:r>
              <a:rPr/>
              <a:t>Virtual edge (to a Time-Series node)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based on index-free adjacency through nodes, edges, and property files.</a:t>
            </a:r>
          </a:p>
          <a:p>
            <a:pPr lvl="1"/>
            <a:r>
              <a:rPr/>
              <a:t>properties and edges are represented as a linked chain of pointers;</a:t>
            </a:r>
          </a:p>
          <a:p>
            <a:pPr lvl="2"/>
            <a:r>
              <a:rPr/>
              <a:t>values &gt; 8 bytes (e.g. strings, geometries) are stored in a dynamic storage (RocksDB);</a:t>
            </a:r>
          </a:p>
          <a:p>
            <a:pPr lvl="1"/>
            <a:r>
              <a:rPr/>
              <a:t>time dimension as first citizen;</a:t>
            </a:r>
          </a:p>
          <a:p>
            <a:pPr lvl="1"/>
            <a:r>
              <a:rPr/>
              <a:t>supports spatial join operations (e.g., ST_INTERSECTS).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in AsterixDB ;</a:t>
            </a:r>
          </a:p>
          <a:p>
            <a:pPr lvl="1"/>
            <a:r>
              <a:rPr/>
              <a:t>LSM-Tree based;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dimension;</a:t>
            </a:r>
          </a:p>
          <a:p>
            <a:pPr lvl="1"/>
            <a:r>
              <a:rPr/>
              <a:t>Secondary index on spatial dimension.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Path(ni, …, nk) è valido ⇔ ⋂j=i..k-1 I(nj,nj+1) ≠ ∅</a:t>
            </a:r>
          </a:p>
          <a:p>
            <a:pPr lvl="0"/>
            <a:r>
              <a:rPr/>
              <a:t>Join strategy: Nested-Loop;</a:t>
            </a:r>
          </a:p>
          <a:p>
            <a:pPr lvl="0"/>
            <a:r>
              <a:rPr/>
              <a:t>&gt;GraphNode-TSNode</a:t>
            </a:r>
          </a:p>
          <a:p>
            <a:pPr lvl="1"/>
            <a:r>
              <a:rPr/>
              <a:t>Each time a traversal goes through a virtual edge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2025-11-20T15:20:14Z</dcterms:created>
  <dcterms:modified xsi:type="dcterms:W3CDTF">2025-11-20T15:20:14Z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