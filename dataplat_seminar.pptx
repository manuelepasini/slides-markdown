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6" Type="http://schemas.openxmlformats.org/officeDocument/2006/relationships/image" Target="../media/image13.svg" /><Relationship Id="rId5" Type="http://schemas.openxmlformats.org/officeDocument/2006/relationships/image" Target="../media/image12.svg" /><Relationship Id="rId4" Type="http://schemas.openxmlformats.org/officeDocument/2006/relationships/image" Target="../media/image11.svg" /><Relationship Id="rId3" Type="http://schemas.openxmlformats.org/officeDocument/2006/relationships/image" Target="../media/image10.jpg" /><Relationship Id="rId2" Type="http://schemas.openxmlformats.org/officeDocument/2006/relationships/image" Target="../media/image9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Under the hood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 (physical level);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Cloud Data Platform</a:t>
            </a:r>
          </a:p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highly heterogeneous data;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Questionaires;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(e.g., 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in multiple excel files;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Project volatility:</a:t>
            </a:r>
          </a:p>
          <a:p>
            <a:pPr lvl="1"/>
            <a:r>
              <a:rPr/>
              <a:t>Analysis goals could evolve through time;</a:t>
            </a:r>
          </a:p>
          <a:p>
            <a:pPr lvl="1"/>
            <a:r>
              <a:rPr/>
              <a:t>data types could vary through time!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24000"/>
            <a:ext cx="40386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for fault tolerance mechanisms;</a:t>
            </a:r>
          </a:p>
          <a:p>
            <a:pPr lvl="1"/>
            <a:r>
              <a:rPr/>
              <a:t>Possible dependencies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 Swarm</a:t>
            </a:r>
            <a:r>
              <a:rPr/>
              <a:t> 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</a:t>
            </a:r>
          </a:p>
          <a:p>
            <a:pPr lvl="0" indent="0" marL="0">
              <a:buNone/>
            </a:pPr>
            <a:r>
              <a:rPr/>
              <a:t>Docker swarm architecture</a:t>
            </a:r>
          </a:p>
          <a:p>
            <a:pPr lvl="0" indent="0" marL="0">
              <a:buNone/>
            </a:pPr>
            <a:r>
              <a:rPr/>
              <a:t>Docker swarm architecture</a:t>
            </a:r>
          </a:p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 on BIG Data 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1877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  <a:p>
            <a:pPr lvl="0" indent="0">
              <a:buNone/>
            </a:pPr>
            <a:r>
              <a:rPr>
                <a:latin typeface="Courier"/>
              </a:rPr>
              <a:t>    &lt;img src="https://github.com/ManuelePasini/slides-markdown/blob/master/slides/images/dataplat_seminar/ortho.svg?raw=true" alt="Ortographic projection"&gt;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 1 -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2025-12-08T12:22:30Z</dcterms:created>
  <dcterms:modified xsi:type="dcterms:W3CDTF">2025-12-08T12:22:30Z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