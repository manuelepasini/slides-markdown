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Lightweight images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Heavyweight images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2025-12-05T10:16:59Z</dcterms:created>
  <dcterms:modified xsi:type="dcterms:W3CDTF">2025-12-05T10:16:59Z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