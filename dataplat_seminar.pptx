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Under the hood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Cloud Data Platform</a:t>
            </a:r>
          </a:p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(to be increased…)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for fault tolerance mechanisms;</a:t>
            </a:r>
          </a:p>
          <a:p>
            <a:pPr lvl="1"/>
            <a:r>
              <a:rPr/>
              <a:t>Might face dependencies issues;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 Swarm</a:t>
            </a:r>
            <a:r>
              <a:rPr/>
              <a:t> 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Differences between containers and virtual machines…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Virtual Machines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the host operating system kernel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VM includes a full guest operating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fast startup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Slower startup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Lightweight images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Heavyweight images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Logical isolation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isolation via hypervisor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and rapid scalability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More complex to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workload density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Lower density due to higher resource consumption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2025-12-05T10:10:17Z</dcterms:created>
  <dcterms:modified xsi:type="dcterms:W3CDTF">2025-12-05T10:10:17Z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