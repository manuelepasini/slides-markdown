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2207.12208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svg" /><Relationship Id="rId2" Type="http://schemas.openxmlformats.org/officeDocument/2006/relationships/image" Target="../media/image22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  <a:p>
            <a:pPr lvl="1"/>
            <a:r>
              <a:rPr/>
              <a:t>over 60 soil moisture grics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47800"/>
            <a:ext cx="40386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2026-09-16T15:02:52Z</dcterms:created>
  <dcterms:modified xsi:type="dcterms:W3CDTF">2026-09-16T15:02:52Z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