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svg" /><Relationship Id="rId2" Type="http://schemas.openxmlformats.org/officeDocument/2006/relationships/image" Target="../media/image12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svg" /><Relationship Id="rId2" Type="http://schemas.openxmlformats.org/officeDocument/2006/relationships/image" Target="../media/image14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7.svg" /><Relationship Id="rId2" Type="http://schemas.openxmlformats.org/officeDocument/2006/relationships/image" Target="../media/image1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3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svg" /><Relationship Id="rId2" Type="http://schemas.openxmlformats.org/officeDocument/2006/relationships/image" Target="../media/image24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6.sv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8.svg" /><Relationship Id="rId2" Type="http://schemas.openxmlformats.org/officeDocument/2006/relationships/image" Target="../media/image27.sv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sv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management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smarter_op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soil moisture profile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Optimal moisture levels defined by agronomist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Increasing master, static data…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Exploding dynamic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~ overall 600 sensors</a:t>
            </a:r>
          </a:p>
          <a:p>
            <a:pPr lvl="1"/>
            <a:r>
              <a:rPr/>
              <a:t>~ 30 GB of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  <a:p>
            <a:pPr lvl="0"/>
            <a:r>
              <a:rPr/>
              <a:t>Various phases of data management can benefit LLM support, little work metadata exploration</a:t>
            </a:r>
          </a:p>
          <a:p>
            <a:pPr lvl="0"/>
            <a:r>
              <a:rPr/>
              <a:t>As case study, a Data Warehouse (DW) is considered</a:t>
            </a:r>
          </a:p>
          <a:p>
            <a:pPr lvl="0"/>
            <a:r>
              <a:rPr/>
              <a:t>Dimensional Fact Model (DFM) describing metadata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investigate the use of LLMs to support NL Q&amp;A over DW metadata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fm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DW Schema</a:t>
            </a:r>
          </a:p>
        </p:txBody>
      </p:sp>
      <p:pic>
        <p:nvPicPr>
          <p:cNvPr descr="https://github.com/ManuelePasini/slides-markdown/blob/master/slides/images/phd3rdyear/invoice_fact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invoice fact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Input</a:t>
            </a:r>
          </a:p>
          <a:p>
            <a:pPr lvl="1"/>
            <a:r>
              <a:rPr/>
              <a:t>DFM parsed into KG (MG)</a:t>
            </a:r>
          </a:p>
          <a:p>
            <a:pPr lvl="1"/>
            <a:r>
              <a:rPr/>
              <a:t>DFM modelled as KG (SG) with ad-hoc ontology</a:t>
            </a:r>
          </a:p>
          <a:p>
            <a:pPr lvl="1"/>
            <a:r>
              <a:rPr/>
              <a:t>Four categories of questions</a:t>
            </a:r>
          </a:p>
          <a:p>
            <a:pPr lvl="1"/>
            <a:r>
              <a:rPr/>
              <a:t>Tests with enriched versions</a:t>
            </a:r>
          </a:p>
        </p:txBody>
      </p:sp>
      <p:pic>
        <p:nvPicPr>
          <p:cNvPr descr="https://github.com/ManuelePasini/slides-markdown/blob/master/slides/images/phd3rdyear/dfm_kg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SG and an excerpt of MG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llm4bi_results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92300" y="1193800"/>
            <a:ext cx="5359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Results over question categories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2026-09-18T08:38:56Z</dcterms:created>
  <dcterms:modified xsi:type="dcterms:W3CDTF">2026-09-18T08:38:56Z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