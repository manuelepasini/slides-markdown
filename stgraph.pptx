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Path exploration through temporal DFS;</a:t>
            </a:r>
          </a:p>
          <a:p>
            <a:pPr lvl="2"/>
            <a:r>
              <a:rPr/>
              <a:t>Path materialization: if exploring a virtual edge, materialize its virtual nodes;</a:t>
            </a:r>
          </a:p>
          <a:p>
            <a:pPr lvl="2"/>
            <a:r>
              <a:rPr/>
              <a:t>Path filtering.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nodes (dummy ID)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Support for join operations through naive nested-Loop join;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Query to AsterixDB should be asynchronous;</a:t>
            </a:r>
          </a:p>
          <a:p>
            <a:pPr lvl="1"/>
            <a:r>
              <a:rPr/>
              <a:t>AsterixDB implementation could be far optimized and its full capabilities integrated;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2025-11-25T15:39:12Z</dcterms:created>
  <dcterms:modified xsi:type="dcterms:W3CDTF">2025-11-25T15:39:12Z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