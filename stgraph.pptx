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8" Type="http://schemas.openxmlformats.org/officeDocument/2006/relationships/viewProps" Target="viewProps.xml" /><Relationship Id="rId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0" Type="http://schemas.openxmlformats.org/officeDocument/2006/relationships/tableStyles" Target="tableStyles.xml" /><Relationship Id="rId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sv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data layouts imply different ingestion and workload capabilities…</a:t>
            </a:r>
          </a:p>
          <a:p>
            <a:pPr lvl="0"/>
            <a:r>
              <a:rPr/>
              <a:t>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Can we separate data by temporal granularity to support hybrid modeling across time-series and temporal graph systems?</a:t>
            </a:r>
          </a:p>
          <a:p>
            <a:pPr lvl="0"/>
            <a:r>
              <a:rPr/>
              <a:t>If so, can we embed two different data-layout into the same conceptual storage system and provide hybrid capabilities? :::: {.columns} ::: {.column width=“50%”}</a:t>
            </a:r>
          </a:p>
        </p:txBody>
      </p:sp>
      <p:pic>
        <p:nvPicPr>
          <p:cNvPr descr="https://raw.githubusercontent.com/ManuelePasini/slides-markdown/refs/heads/master/slides/images/ioanninaSlides/dt_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13000" y="1193800"/>
            <a:ext cx="4318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::: ::: {.column width=“50%”}</a:t>
            </a:r>
          </a:p>
          <a:p>
            <a:pPr lvl="0"/>
            <a:r>
              <a:rPr/>
              <a:t>Nodes</a:t>
            </a:r>
          </a:p>
          <a:p>
            <a:pPr lvl="1"/>
            <a:r>
              <a:rPr/>
              <a:t>Graph node;</a:t>
            </a:r>
          </a:p>
          <a:p>
            <a:pPr lvl="1"/>
            <a:r>
              <a:rPr/>
              <a:t>Time-Series node;</a:t>
            </a:r>
          </a:p>
          <a:p>
            <a:pPr lvl="0"/>
            <a:r>
              <a:rPr/>
              <a:t>Edges</a:t>
            </a:r>
          </a:p>
          <a:p>
            <a:pPr lvl="1"/>
            <a:r>
              <a:rPr/>
              <a:t>Graph edge (to a graph node);</a:t>
            </a:r>
          </a:p>
          <a:p>
            <a:pPr lvl="1"/>
            <a:r>
              <a:rPr/>
              <a:t>Virtual edge (to a Time-Series node)</a:t>
            </a:r>
          </a:p>
          <a:p>
            <a:pPr lvl="0" indent="0" marL="0">
              <a:buNone/>
            </a:pPr>
            <a:r>
              <a:rPr/>
              <a:t>::: ::::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based on index-free adjacency through nodes, edges, and property files.</a:t>
            </a:r>
          </a:p>
          <a:p>
            <a:pPr lvl="1"/>
            <a:r>
              <a:rPr/>
              <a:t>properties and edges are represented as a linked chain of pointers;</a:t>
            </a:r>
          </a:p>
          <a:p>
            <a:pPr lvl="2"/>
            <a:r>
              <a:rPr/>
              <a:t>values &gt; 8 bytes (e.g. strings, geometries) are stored in a dynamic storage (RocksDB);</a:t>
            </a:r>
          </a:p>
          <a:p>
            <a:pPr lvl="1"/>
            <a:r>
              <a:rPr/>
              <a:t>time dimension as first citizen;</a:t>
            </a:r>
          </a:p>
          <a:p>
            <a:pPr lvl="1"/>
            <a:r>
              <a:rPr/>
              <a:t>supports spatial join operations (e.g., ST_INTERSECTS).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in AsterixDB BDMS ;</a:t>
            </a:r>
          </a:p>
          <a:p>
            <a:pPr lvl="1"/>
            <a:r>
              <a:rPr/>
              <a:t>LSM-Tree based data layout ;</a:t>
            </a:r>
          </a:p>
          <a:p>
            <a:pPr lvl="1"/>
            <a:r>
              <a:rPr/>
              <a:t>Native spatial capabilities ;</a:t>
            </a:r>
          </a:p>
          <a:p>
            <a:pPr lvl="1"/>
            <a:r>
              <a:rPr/>
              <a:t>Primary index on time dimension ;</a:t>
            </a:r>
          </a:p>
          <a:p>
            <a:pPr lvl="1"/>
            <a:r>
              <a:rPr/>
              <a:t>Secondary index on spatial dimension 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Search algorithm:</a:t>
            </a:r>
          </a:p>
          <a:p>
            <a:pPr lvl="1"/>
            <a:r>
              <a:rPr/>
              <a:t>Temporal DFS, temporal feasibility check based on constraint tightening:</a:t>
            </a:r>
          </a:p>
          <a:p>
            <a:pPr lvl="1"/>
            <a:r>
              <a:rPr/>
              <a:t>[tAs, tAe) ∩ [tBs, tBe) ≠ ∅ ⇔ max(tAs, tBs) &lt; min(tAe, tBe)</a:t>
            </a:r>
          </a:p>
          <a:p>
            <a:pPr lvl="1"/>
            <a:r>
              <a:rPr/>
              <a:t>[tAs, tAe) ∩ [tBs, tBe) ≠ ∅ ⇔ max(tAs, tBs) &lt; min(tAe, tBe)</a:t>
            </a:r>
          </a:p>
          <a:p>
            <a:pPr lvl="0"/>
            <a:r>
              <a:rPr/>
              <a:t>Join strategy: Nested-Loop;</a:t>
            </a:r>
          </a:p>
          <a:p>
            <a:pPr lvl="0"/>
            <a:r>
              <a:rPr b="1"/>
              <a:t>GraphNode-TSNode</a:t>
            </a:r>
          </a:p>
          <a:p>
            <a:pPr lvl="1"/>
            <a:r>
              <a:rPr/>
              <a:t>Each time a traversal goes through a virtual edge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2025-11-20T14:44:12Z</dcterms:created>
  <dcterms:modified xsi:type="dcterms:W3CDTF">2025-11-20T14:44:12Z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