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nodes, edges,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2025-11-21T13:25:48Z</dcterms:created>
  <dcterms:modified xsi:type="dcterms:W3CDTF">2025-11-21T13:25:48Z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