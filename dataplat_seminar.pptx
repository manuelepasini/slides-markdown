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Governance issues;</a:t>
            </a:r>
          </a:p>
          <a:p>
            <a:pPr lvl="1"/>
            <a:r>
              <a:rPr/>
              <a:t>Sharing issues.</a:t>
            </a:r>
          </a:p>
        </p:txBody>
      </p:sp>
      <p:pic>
        <p:nvPicPr>
          <p:cNvPr descr="https://github.com/ManuelePasini/slides-markdown/blob/master/slides/images/dataplat_seminar/datames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application using container based virtualization technology.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2025-12-05T16:13:23Z</dcterms:created>
  <dcterms:modified xsi:type="dcterms:W3CDTF">2025-12-05T16:13:23Z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