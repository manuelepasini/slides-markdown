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 -➔ 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If so, can we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⋂j=i..k-1 Ie(nj,nj+1) ≠ ∅, I = validityInterval(n)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iterative steps:</a:t>
            </a:r>
          </a:p>
          <a:p>
            <a:pPr lvl="2"/>
            <a:r>
              <a:rPr/>
              <a:t>Path exploration through temporal DFS;</a:t>
            </a:r>
          </a:p>
          <a:p>
            <a:pPr lvl="2"/>
            <a:r>
              <a:rPr/>
              <a:t>Path materialization: if exploring a virtual edge, materialize its virtual nodes;</a:t>
            </a:r>
          </a:p>
          <a:p>
            <a:pPr lvl="2"/>
            <a:r>
              <a:rPr/>
              <a:t>Path filtering.</a:t>
            </a:r>
          </a:p>
          <a:p>
            <a:pPr lvl="1"/>
            <a:r>
              <a:rPr/>
              <a:t>Materializing a virtual node:</a:t>
            </a:r>
          </a:p>
          <a:p>
            <a:pPr lvl="2"/>
            <a:r>
              <a:rPr/>
              <a:t>Each virtual edge traversal entails a temporal query to AsterixDB;</a:t>
            </a:r>
          </a:p>
          <a:p>
            <a:pPr lvl="2"/>
            <a:r>
              <a:rPr/>
              <a:t>Output tuples are materialized as virtual nodes and connected within the graph.</a:t>
            </a:r>
          </a:p>
          <a:p>
            <a:pPr lvl="1"/>
            <a:r>
              <a:rPr/>
              <a:t>Optimizations</a:t>
            </a:r>
          </a:p>
          <a:p>
            <a:pPr lvl="2"/>
            <a:r>
              <a:rPr/>
              <a:t>Naive nested-Loop join strategy;</a:t>
            </a:r>
          </a:p>
          <a:p>
            <a:pPr lvl="2"/>
            <a:r>
              <a:rPr/>
              <a:t>Support for filter pushdown to AsterixDB;</a:t>
            </a:r>
          </a:p>
          <a:p>
            <a:pPr lvl="2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 ;</a:t>
            </a:r>
          </a:p>
          <a:p>
            <a:pPr lvl="1"/>
            <a:r>
              <a:rPr/>
              <a:t>Query to AsterixDB should be asynchronous 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2025-11-25T13:47:26Z</dcterms:created>
  <dcterms:modified xsi:type="dcterms:W3CDTF">2025-11-25T13:47:26Z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