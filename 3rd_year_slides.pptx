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7.svg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svg" /><Relationship Id="rId2" Type="http://schemas.openxmlformats.org/officeDocument/2006/relationships/image" Target="../media/image8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svg" /><Relationship Id="rId2" Type="http://schemas.openxmlformats.org/officeDocument/2006/relationships/image" Target="../media/image12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5.svg" /><Relationship Id="rId2" Type="http://schemas.openxmlformats.org/officeDocument/2006/relationships/image" Target="../media/image14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7.svg" /><Relationship Id="rId2" Type="http://schemas.openxmlformats.org/officeDocument/2006/relationships/image" Target="../media/image16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2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3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svg" /><Relationship Id="rId2" Type="http://schemas.openxmlformats.org/officeDocument/2006/relationships/image" Target="../media/image24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6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  <p:pic>
        <p:nvPicPr>
          <p:cNvPr descr="https://github.com/ManuelePasini/slides-markdown/blob/master/slides/images/phd3rdyear/smarter_opt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Optimal moisture levels defined by agronomist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Increasing master, static data…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Exploding dynamic data</a:t>
            </a:r>
          </a:p>
          <a:p>
            <a:pPr lvl="1"/>
            <a:r>
              <a:rPr/>
              <a:t>over 60 soil moisture grids</a:t>
            </a:r>
          </a:p>
          <a:p>
            <a:pPr lvl="1"/>
            <a:r>
              <a:rPr/>
              <a:t>~ overall 600 sensors</a:t>
            </a:r>
          </a:p>
          <a:p>
            <a:pPr lvl="1"/>
            <a:r>
              <a:rPr/>
              <a:t>5 years of data collection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32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95400"/>
            <a:ext cx="51054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  <a:p>
            <a:pPr lvl="0"/>
            <a:r>
              <a:rPr/>
              <a:t>Various phases of data management can benefit LLM support</a:t>
            </a:r>
          </a:p>
          <a:p>
            <a:pPr lvl="0"/>
            <a:r>
              <a:rPr/>
              <a:t>Little work in terms of metadata exploration</a:t>
            </a:r>
          </a:p>
          <a:p>
            <a:pPr lvl="0"/>
            <a:r>
              <a:rPr/>
              <a:t>As case study, a Data Warehouse is considered</a:t>
            </a:r>
          </a:p>
          <a:p>
            <a:pPr lvl="0" indent="0" marL="0">
              <a:buNone/>
            </a:pPr>
            <a:r>
              <a:rPr b="1"/>
              <a:t>Goal</a:t>
            </a:r>
            <a:r>
              <a:rPr/>
              <a:t>: investigate the use of LLMs to support NL Q&amp;A over DW metadata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2026-09-17T08:36:25Z</dcterms:created>
  <dcterms:modified xsi:type="dcterms:W3CDTF">2026-09-17T08:36:25Z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