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data layouts imply different ingestion and workload capabilities…</a:t>
            </a:r>
          </a:p>
          <a:p>
            <a:pPr lvl="0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we separate data by temporal granularity to support hybrid modeling across time-series and temporal graph systems?</a:t>
            </a:r>
          </a:p>
          <a:p>
            <a:pPr lvl="0"/>
            <a:r>
              <a:rPr/>
              <a:t>If so, can we embed two different data-layout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&lt;–&gt; </a:t>
            </a:r>
          </a:p>
          <a:p>
            <a:pPr lvl="1"/>
            <a:r>
              <a:rPr/>
              <a:t>Virtual edge  &lt;–&gt;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Based on index-free adjacency through fixed-size records stored in nodes, edges, and property files.</a:t>
            </a:r>
          </a:p>
          <a:p>
            <a:pPr lvl="1"/>
            <a:r>
              <a:rPr/>
              <a:t>Properties and edges are represented as a linked chain of pointers;</a:t>
            </a:r>
          </a:p>
          <a:p>
            <a:pPr lvl="2"/>
            <a:r>
              <a:rPr/>
              <a:t>values &gt; 8 bytes (e.g. strings, geometries) are stored in a dynamic storage (RocksDB);</a:t>
            </a:r>
          </a:p>
          <a:p>
            <a:pPr lvl="1"/>
            <a:r>
              <a:rPr/>
              <a:t>Time dimension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 and outgoing edges are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⋂j=i..k-1 Ie(nj,nj+1) ≠ ∅, I = validityInterval(n)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Graph exploration through DFS;</a:t>
            </a:r>
          </a:p>
          <a:p>
            <a:pPr lvl="2"/>
            <a:r>
              <a:rPr/>
              <a:t>Graph materialization: if exploring a virtual edge, materialize its virtual nodes;</a:t>
            </a:r>
          </a:p>
          <a:p>
            <a:pPr lvl="2"/>
            <a:r>
              <a:rPr/>
              <a:t>Query solving.</a:t>
            </a:r>
          </a:p>
          <a:p>
            <a:pPr lvl="1"/>
            <a:r>
              <a:rPr/>
              <a:t>Materializing a virtual node:</a:t>
            </a:r>
          </a:p>
          <a:p>
            <a:pPr lvl="2"/>
            <a:r>
              <a:rPr/>
              <a:t>Each virtual edge traversal entails a temporal query to AsterixDB;</a:t>
            </a:r>
          </a:p>
          <a:p>
            <a:pPr lvl="2"/>
            <a:r>
              <a:rPr/>
              <a:t>Output tuples are materialized as virtual nodes and connected within the graph.</a:t>
            </a:r>
          </a:p>
          <a:p>
            <a:pPr lvl="1"/>
            <a:r>
              <a:rPr/>
              <a:t>Optimizations</a:t>
            </a:r>
          </a:p>
          <a:p>
            <a:pPr lvl="2"/>
            <a:r>
              <a:rPr/>
              <a:t>Naive nested-Loop join strategy;</a:t>
            </a:r>
          </a:p>
          <a:p>
            <a:pPr lvl="2"/>
            <a:r>
              <a:rPr/>
              <a:t>Support for filter pushdown to AsterixDB;</a:t>
            </a:r>
          </a:p>
          <a:p>
            <a:pPr lvl="2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 .</a:t>
            </a:r>
          </a:p>
          <a:p>
            <a:pPr lvl="1"/>
            <a:r>
              <a:rPr/>
              <a:t>Query to AsterixDB block path traversal algorithm (could by asynchronous)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2025-11-20T18:49:40Z</dcterms:created>
  <dcterms:modified xsi:type="dcterms:W3CDTF">2025-11-20T18:49:40Z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