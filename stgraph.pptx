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join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BDMS ;</a:t>
            </a:r>
          </a:p>
          <a:p>
            <a:pPr lvl="1"/>
            <a:r>
              <a:rPr/>
              <a:t>LSM-Tree based data layout ;</a:t>
            </a:r>
          </a:p>
          <a:p>
            <a:pPr lvl="1"/>
            <a:r>
              <a:rPr/>
              <a:t>Native spatial capabilities ;</a:t>
            </a:r>
          </a:p>
          <a:p>
            <a:pPr lvl="1"/>
            <a:r>
              <a:rPr/>
              <a:t>Primary index on time dimension ;</a:t>
            </a:r>
          </a:p>
          <a:p>
            <a:pPr lvl="1"/>
            <a:r>
              <a:rPr/>
              <a:t>Secondary index on spatial dimension 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Algorithm&lt;:</a:t>
            </a:r>
          </a:p>
          <a:p>
            <a:pPr lvl="1"/>
            <a:r>
              <a:rPr/>
              <a:t>Temporal DFS, temporal feasibility check based on constraint tightening:</a:t>
            </a:r>
          </a:p>
          <a:p>
            <a:pPr lvl="2"/>
            <a:r>
              <a:rPr/>
              <a:t>[t_A^s, t_A^e) [t_B^s, t_B^e) (t_A^s, t_B^s) &lt; (t_A^e, t_B^e)</a:t>
            </a:r>
          </a:p>
          <a:p>
            <a:pPr lvl="0"/>
            <a:r>
              <a:rPr b="1"/>
              <a:t>GraphNode2GraphNode</a:t>
            </a:r>
          </a:p>
          <a:p>
            <a:pPr lvl="0"/>
            <a:r>
              <a:rPr b="1"/>
              <a:t>GraphNode-TSNode</a:t>
            </a:r>
          </a:p>
          <a:p>
            <a:pPr lvl="0"/>
            <a:r>
              <a:rPr/>
              <a:t>Furthermore</a:t>
            </a:r>
          </a:p>
          <a:p>
            <a:pPr lvl="1"/>
            <a:r>
              <a:rPr/>
              <a:t>Join: Nested-Join Loop;</a:t>
            </a:r>
          </a:p>
          <a:p>
            <a:pPr lvl="1"/>
            <a:r>
              <a:rPr/>
              <a:t>Temporal traversal: monotonic validity window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2025-11-20T14:29:46Z</dcterms:created>
  <dcterms:modified xsi:type="dcterms:W3CDTF">2025-11-20T14:29:46Z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