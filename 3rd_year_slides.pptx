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 . Under review @ VLDB 2027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 - TS events (nodes) can hold edges and properties - 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/>
              <a:t>**What about anomalies that are cross-time series?*</a:t>
            </a:r>
          </a:p>
        </p:txBody>
      </p:sp>
      <p:pic>
        <p:nvPicPr>
          <p:cNvPr descr="https://github.com/ManuelePasini/slides-markdown/blob/master/slides/images/phd3rdyear/n2g_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2026-09-15T15:06:31Z</dcterms:created>
  <dcterms:modified xsi:type="dcterms:W3CDTF">2026-09-15T15:06:31Z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