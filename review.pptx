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/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204"/>
          <a:sy d="100" n="204"/>
        </p:scale>
        <p:origin x="488" y="11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viewProps" Target="viewProps.xml" /><Relationship Id="rId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" Type="http://schemas.openxmlformats.org/officeDocument/2006/relationships/tableStyles" Target="tableStyles.xml" /><Relationship Id="rId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28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2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00">
          <a:solidFill>
            <a:schemeClr val="tx1"/>
          </a:solidFill>
          <a:latin charset="0" panose="020B0604020202020204" pitchFamily="34" typeface="Helvetica"/>
          <a:ea typeface="+mj-ea"/>
          <a:cs charset="0" panose="020B0604020202020204" pitchFamily="34" typeface="Helvetica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2025-11-20T14:51:18Z</dcterms:created>
  <dcterms:modified xsi:type="dcterms:W3CDTF">2025-11-20T14:51:18Z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