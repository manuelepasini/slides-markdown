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TS operators in Cypher/GQL (Graph analytics);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Cross time-series 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Correlate graph metrics (node degree, node/edge properties) with time-series trends</a:t>
            </a:r>
          </a:p>
          <a:p>
            <a:pPr lvl="3"/>
            <a:r>
              <a:rPr/>
              <a:t>e.g., landslide monitoring sensor network: correlation between pressure measurements and dynamic edge weights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LLMs:</a:t>
            </a:r>
          </a:p>
          <a:p>
            <a:pPr lvl="1"/>
            <a:r>
              <a:rPr/>
              <a:t>Text to query (in hybrid models)</a:t>
            </a:r>
          </a:p>
          <a:p>
            <a:pPr lvl="1"/>
            <a:r>
              <a:rPr/>
              <a:t>Repair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2025-12-15T08:51:16Z</dcterms:created>
  <dcterms:modified xsi:type="dcterms:W3CDTF">2025-12-15T08:51:16Z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