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Unified graph conceptual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  <a:p>
            <a:pPr lvl="0"/>
            <a:r>
              <a:rPr/>
              <a:t>Key points: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Optimized streaming ingestion of data;
- Query optimization through filter-pushdown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TS events as graph nodes:
    - can also hold edges and properties
    - materialized on graph at query time (saving storage).
- Support for different temporal semantics 
    - (e.g., continuous path (default), consecutive path) 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2026-09-15T14:32:17Z</dcterms:created>
  <dcterms:modified xsi:type="dcterms:W3CDTF">2026-09-15T14:32:17Z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