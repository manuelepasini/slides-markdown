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html" ContentType="text/html; charset=utf-8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ht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 - Under the hood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Cloud Data Platform</a:t>
            </a:r>
          </a:p>
          <a:p>
            <a:pPr lvl="0"/>
            <a:r>
              <a:rPr/>
              <a:t>Is a </a:t>
            </a:r>
            <a:r>
              <a:rPr i="1"/>
              <a:t>centralized</a:t>
            </a:r>
            <a:r>
              <a:rPr/>
              <a:t> infrastructre composed of </a:t>
            </a:r>
            <a:r>
              <a:rPr i="1"/>
              <a:t>independent</a:t>
            </a:r>
            <a:r>
              <a:rPr/>
              <a:t> and </a:t>
            </a:r>
            <a:r>
              <a:rPr i="1"/>
              <a:t>well-integrated</a:t>
            </a:r>
            <a:r>
              <a:rPr/>
              <a:t> services meeting the </a:t>
            </a:r>
            <a:r>
              <a:rPr i="1"/>
              <a:t>end-to-end</a:t>
            </a:r>
            <a:r>
              <a:rPr/>
              <a:t> needs of data pipelines:</a:t>
            </a:r>
          </a:p>
          <a:p>
            <a:pPr lvl="1"/>
            <a:r>
              <a:rPr i="1"/>
              <a:t>Centralized</a:t>
            </a:r>
            <a:r>
              <a:rPr/>
              <a:t>: a data platform is conceptually a single and unified component;</a:t>
            </a:r>
          </a:p>
          <a:p>
            <a:pPr lvl="1"/>
            <a:r>
              <a:rPr i="1"/>
              <a:t>Independent</a:t>
            </a:r>
            <a:r>
              <a:rPr/>
              <a:t>: changes in a a service do not affect others;</a:t>
            </a:r>
          </a:p>
          <a:p>
            <a:pPr lvl="1"/>
            <a:r>
              <a:rPr i="1"/>
              <a:t>Well-integrated</a:t>
            </a:r>
            <a:r>
              <a:rPr/>
              <a:t>: services have interfaces enabling a frictionless composition;</a:t>
            </a:r>
          </a:p>
          <a:p>
            <a:pPr lvl="1"/>
            <a:r>
              <a:rPr i="1"/>
              <a:t>End-to-end</a:t>
            </a:r>
            <a:r>
              <a:rPr/>
              <a:t>: services cover the entire data life cycle.</a:t>
            </a:r>
          </a:p>
          <a:p>
            <a:pPr lvl="0" indent="0" marL="0">
              <a:buNone/>
            </a:pPr>
            <a:r>
              <a:rPr/>
              <a:t>Cloud DP are built out of </a:t>
            </a:r>
            <a:r>
              <a:rPr i="1"/>
              <a:t>service ecosystems</a:t>
            </a:r>
            <a:r>
              <a:rPr/>
              <a:t> offered by </a:t>
            </a:r>
            <a:r>
              <a:rPr i="1"/>
              <a:t>Cloud Service Providers</a:t>
            </a:r>
            <a:r>
              <a:rPr/>
              <a:t> (CSPs).</a:t>
            </a:r>
          </a:p>
        </p:txBody>
      </p:sp>
      <p:pic>
        <p:nvPicPr>
          <p:cNvPr descr="https://github.com/ManuelePasini/slides-markdown/blob/4893698e949da4ee45c95087b170c011a4b9f687/slides/images/aws_services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20800" y="1193800"/>
            <a:ext cx="6515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AWS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(to be increased…)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4893698e949da4ee45c95087b170c011a4b9f687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for fault tolerance mechanisms;</a:t>
            </a:r>
          </a:p>
          <a:p>
            <a:pPr lvl="1"/>
            <a:r>
              <a:rPr/>
              <a:t>Might face dependencies issues;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</a:t>
            </a:r>
            <a:r>
              <a:rPr b="1"/>
              <a:t>independence</a:t>
            </a:r>
            <a:r>
              <a:rPr/>
              <a:t> constraint.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2025-12-05T09:13:31Z</dcterms:created>
  <dcterms:modified xsi:type="dcterms:W3CDTF">2025-12-05T09:13:31Z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