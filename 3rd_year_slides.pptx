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Prescriptive watering: Data-driven optimization of water consumption in kiwifruit orchards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5900" y="1193800"/>
            <a:ext cx="617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data structure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System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Property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model: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storage: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2026-09-16T08:53:56Z</dcterms:created>
  <dcterms:modified xsi:type="dcterms:W3CDTF">2026-09-16T08:53:56Z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