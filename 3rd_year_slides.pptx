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5.sht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</a:t>
            </a:r>
            <a:r>
              <a:rPr b="1"/>
              <a:t>focus of my research</a:t>
            </a:r>
          </a:p>
          <a:p>
            <a:pPr lvl="0"/>
            <a:r>
              <a:rPr b="1"/>
              <a:t>Standardization should start from data</a:t>
            </a:r>
            <a:r>
              <a:rPr/>
              <a:t>, not from software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pic>
        <p:nvPicPr>
          <p:cNvPr descr="https://github.com/ManuelePasini/slides-markdown/blob/master/slides/images/phd3rdyear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Anomaly Detection in Complex Sensor Networks ## 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2026-09-15T13:31:08Z</dcterms:created>
  <dcterms:modified xsi:type="dcterms:W3CDTF">2026-09-15T13:31:08Z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