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Path Exploration through temporal DFS;</a:t>
            </a:r>
          </a:p>
          <a:p>
            <a:pPr lvl="3"/>
            <a:r>
              <a:rPr/>
              <a:t>Path Materialization: if exploring a virtual edge, materialize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nodes (dummy ID)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Support for join operations through naive nested-Loop join;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2025-11-26T11:03:37Z</dcterms:created>
  <dcterms:modified xsi:type="dcterms:W3CDTF">2025-11-26T11:03:37Z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