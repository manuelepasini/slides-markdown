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TS operators in Cypher/GQL (Graph analytics);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Cross time-series 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2025-12-15T09:22:16Z</dcterms:created>
  <dcterms:modified xsi:type="dcterms:W3CDTF">2025-12-15T09:22:16Z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