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Kotlin;</a:t>
            </a:r>
          </a:p>
          <a:p>
            <a:pPr lvl="0"/>
            <a:r>
              <a:rPr/>
              <a:t>Graph data layout</a:t>
            </a:r>
          </a:p>
          <a:p>
            <a:pPr lvl="1"/>
            <a:r>
              <a:rPr/>
              <a:t>based on index-free adjacency;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1"/>
            <a:r>
              <a:rPr/>
              <a:t>properties values bigger than 8 bytes (e.g. strings, geometries) are stored in a dynamic storage (RocksDB).</a:t>
            </a:r>
          </a:p>
          <a:p>
            <a:pPr lvl="1"/>
            <a:r>
              <a:rPr/>
              <a:t>supports spatial operations (e.g., ST_INTERSECTS)</a:t>
            </a:r>
          </a:p>
          <a:p>
            <a:pPr lvl="0"/>
            <a:r>
              <a:rPr/>
              <a:t>Time-Series data layout</a:t>
            </a:r>
          </a:p>
          <a:p>
            <a:pPr lvl="1"/>
            <a:r>
              <a:rPr/>
              <a:t>Implemented in AsterixDB BDMS</a:t>
            </a:r>
          </a:p>
          <a:p>
            <a:pPr lvl="1"/>
            <a:r>
              <a:rPr/>
              <a:t>LSM-Tree based data layout</a:t>
            </a:r>
          </a:p>
          <a:p>
            <a:pPr lvl="1"/>
            <a:r>
              <a:rPr/>
              <a:t>Native spatial capabilities.</a:t>
            </a:r>
          </a:p>
          <a:p>
            <a:pPr lvl="1"/>
            <a:r>
              <a:rPr/>
              <a:t>Primary index on time dimension</a:t>
            </a:r>
          </a:p>
          <a:p>
            <a:pPr lvl="1"/>
            <a:r>
              <a:rPr/>
              <a:t>Secondary index on spatial dimension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2025-11-20T10:55:47Z</dcterms:created>
  <dcterms:modified xsi:type="dcterms:W3CDTF">2025-11-20T10:55:47Z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