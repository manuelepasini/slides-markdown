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distinguish highly-temporal data from moderately-temporal data ?</a:t>
            </a:r>
          </a:p>
          <a:p>
            <a:pPr lvl="0"/>
            <a:r>
              <a:rPr/>
              <a:t>If so, can we embed two different data-layout into the same conceptual storage system?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2025-11-20T10:07:27Z</dcterms:created>
  <dcterms:modified xsi:type="dcterms:W3CDTF">2025-11-20T10:07:27Z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