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html" ContentType="text/html; charset=utf-8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image" Target="../media/image7.sht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svg" /><Relationship Id="rId2" Type="http://schemas.openxmlformats.org/officeDocument/2006/relationships/image" Target="../media/image8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svg" /><Relationship Id="rId2" Type="http://schemas.openxmlformats.org/officeDocument/2006/relationships/image" Target="../media/image10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svg" /><Relationship Id="rId2" Type="http://schemas.openxmlformats.org/officeDocument/2006/relationships/image" Target="../media/image12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5.svg" /><Relationship Id="rId2" Type="http://schemas.openxmlformats.org/officeDocument/2006/relationships/image" Target="../media/image14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7.svg" /><Relationship Id="rId2" Type="http://schemas.openxmlformats.org/officeDocument/2006/relationships/image" Target="../media/image16.sv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8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9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0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1.sv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2.sv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3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svg" /><Relationship Id="rId2" Type="http://schemas.openxmlformats.org/officeDocument/2006/relationships/image" Target="../media/image24.sv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6.sv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  <p:pic>
        <p:nvPicPr>
          <p:cNvPr descr="https://github.com/ManuelePasini/slides-markdown/blob/master/slides/images/phd3rdyear/smarter_op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Optimal moisture levels defined by agronomist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Increasing master, static data…</a:t>
            </a:r>
          </a:p>
          <a:p>
            <a:pPr lvl="1"/>
            <a:r>
              <a:rPr/>
              <a:t>13 companies</a:t>
            </a:r>
          </a:p>
          <a:p>
            <a:pPr lvl="1"/>
            <a:r>
              <a:rPr/>
              <a:t>over 30 fields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Exploding dynamic data</a:t>
            </a:r>
          </a:p>
          <a:p>
            <a:pPr lvl="1"/>
            <a:r>
              <a:rPr/>
              <a:t>over 60 soil moisture grids</a:t>
            </a:r>
          </a:p>
          <a:p>
            <a:pPr lvl="1"/>
            <a:r>
              <a:rPr/>
              <a:t>~ overall 600 sensors</a:t>
            </a:r>
          </a:p>
          <a:p>
            <a:pPr lvl="1"/>
            <a:r>
              <a:rPr/>
              <a:t>5 years of data collection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ER</a:t>
            </a:r>
          </a:p>
        </p:txBody>
      </p:sp>
      <p:pic>
        <p:nvPicPr>
          <p:cNvPr descr="https://github.com/ManuelePasini/slides-markdown/blob/master/slides/images/phd3rdyear/smarter_grap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 more functional view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2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3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4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5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toy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anom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95400"/>
            <a:ext cx="5105400" cy="219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/anom_top2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/anom_top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65300"/>
            <a:ext cx="40386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real data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n2g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71500"/>
            <a:ext cx="51054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  <a:p>
            <a:pPr lvl="0"/>
            <a:r>
              <a:rPr/>
              <a:t>Various phases of data management can benefit LLM support</a:t>
            </a:r>
          </a:p>
          <a:p>
            <a:pPr lvl="0"/>
            <a:r>
              <a:rPr/>
              <a:t>Little work in terms of metadata exploration</a:t>
            </a:r>
          </a:p>
          <a:p>
            <a:pPr lvl="0"/>
            <a:r>
              <a:rPr/>
              <a:t>As case study, a Data Warehouse is considered</a:t>
            </a:r>
          </a:p>
          <a:p>
            <a:pPr lvl="0" indent="0" marL="0">
              <a:buNone/>
            </a:pPr>
            <a:r>
              <a:rPr b="1"/>
              <a:t>Goal</a:t>
            </a:r>
            <a:r>
              <a:rPr/>
              <a:t>: investigate the use of LLMs to support NL Q&amp;A over DW metadata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2026-09-17T08:27:36Z</dcterms:created>
  <dcterms:modified xsi:type="dcterms:W3CDTF">2026-09-17T08:27:36Z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