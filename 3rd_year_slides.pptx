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4" Type="http://schemas.openxmlformats.org/officeDocument/2006/relationships/image" Target="../media/image9.png" /><Relationship Id="rId3" Type="http://schemas.openxmlformats.org/officeDocument/2006/relationships/image" Target="../media/image8.png" /><Relationship Id="rId2" Type="http://schemas.openxmlformats.org/officeDocument/2006/relationships/image" Target="../media/image7.sv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svg" /><Relationship Id="rId2" Type="http://schemas.openxmlformats.org/officeDocument/2006/relationships/image" Target="../media/image10.sv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  <a:p>
            <a:pPr lvl="0"/>
            <a:r>
              <a:rPr/>
              <a:t>Published in </a:t>
            </a:r>
            <a:r>
              <a:rPr>
                <a:hlinkClick r:id="rId2"/>
              </a:rPr>
              <a:t>Computers and Electronics in Agriculture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Up to 40% in water savings</a:t>
            </a:r>
          </a:p>
          <a:p>
            <a:pPr lvl="0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01800"/>
            <a:ext cx="4038600" cy="186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Water saving results</a:t>
            </a:r>
          </a:p>
        </p:txBody>
      </p:sp>
      <p:pic>
        <p:nvPicPr>
          <p:cNvPr descr="https://github.com/ManuelePasini/slides-markdown/blob/master/slides/images/phd3rdyear/smarter_fruit_results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981200"/>
            <a:ext cx="40386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Fruit quality results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Complex sensor networks are increasingly common</a:t>
            </a:r>
          </a:p>
          <a:p>
            <a:pPr lvl="0"/>
            <a:r>
              <a:rPr/>
              <a:t>Anomaly detection in time-series data is a well-known research field</a:t>
            </a:r>
          </a:p>
          <a:p>
            <a:pPr lvl="0"/>
            <a:r>
              <a:rPr b="1"/>
              <a:t>What about anomalies that are cross-time series?</a:t>
            </a:r>
          </a:p>
          <a:p>
            <a:pPr lvl="0"/>
            <a:r>
              <a:rPr/>
              <a:t>Hopefully to be published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cross-time series anomaly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2026-09-16T10:16:48Z</dcterms:created>
  <dcterms:modified xsi:type="dcterms:W3CDTF">2026-09-16T10:16:48Z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