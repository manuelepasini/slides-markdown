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iterative steps:</a:t>
            </a:r>
          </a:p>
          <a:p>
            <a:pPr lvl="2"/>
            <a:r>
              <a:rPr/>
              <a:t>Pattern matching:</a:t>
            </a:r>
          </a:p>
          <a:p>
            <a:pPr lvl="3"/>
            <a:r>
              <a:rPr/>
              <a:t>Exploration through temporal DFS;</a:t>
            </a:r>
          </a:p>
          <a:p>
            <a:pPr lvl="3"/>
            <a:r>
              <a:rPr/>
              <a:t>Materialization: if exploring a virtual edge, materialize its virtual nodes;</a:t>
            </a:r>
          </a:p>
          <a:p>
            <a:pPr lvl="3"/>
            <a:r>
              <a:rPr/>
              <a:t>Filtering: apply constraints.</a:t>
            </a:r>
          </a:p>
          <a:p>
            <a:pPr lvl="2"/>
            <a:r>
              <a:rPr/>
              <a:t>Temporal properties replacement</a:t>
            </a:r>
          </a:p>
          <a:p>
            <a:pPr lvl="2"/>
            <a:r>
              <a:rPr/>
              <a:t>Aggregation/Join</a:t>
            </a:r>
          </a:p>
          <a:p>
            <a:pPr lvl="1"/>
            <a:r>
              <a:rPr/>
              <a:t>Materializing a virtual node:</a:t>
            </a:r>
          </a:p>
          <a:p>
            <a:pPr lvl="2"/>
            <a:r>
              <a:rPr/>
              <a:t>Each virtual edge traversal entails a temporal query to AsterixDB;</a:t>
            </a:r>
          </a:p>
          <a:p>
            <a:pPr lvl="2"/>
            <a:r>
              <a:rPr/>
              <a:t>Output tuples are materialized as nodes (dummy ID) and connected within the graph.</a:t>
            </a:r>
          </a:p>
          <a:p>
            <a:pPr lvl="1"/>
            <a:r>
              <a:rPr/>
              <a:t>Optimizations</a:t>
            </a:r>
          </a:p>
          <a:p>
            <a:pPr lvl="2"/>
            <a:r>
              <a:rPr/>
              <a:t>Support for join operations through naive nested-Loop join;</a:t>
            </a:r>
          </a:p>
          <a:p>
            <a:pPr lvl="2"/>
            <a:r>
              <a:rPr/>
              <a:t>Support for filter pushdown to AsterixDB;</a:t>
            </a:r>
          </a:p>
          <a:p>
            <a:pPr lvl="2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2025-11-26T10:59:56Z</dcterms:created>
  <dcterms:modified xsi:type="dcterms:W3CDTF">2025-11-26T10:59:56Z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