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node;</a:t>
            </a:r>
          </a:p>
          <a:p>
            <a:pPr lvl="1"/>
            <a:r>
              <a:rPr/>
              <a:t>Time-Series node;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(to a graph node);</a:t>
            </a:r>
          </a:p>
          <a:p>
            <a:pPr lvl="1"/>
            <a:r>
              <a:rPr/>
              <a:t>Virtual edge (to a Time-Series node)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 through nodes, edges, and property files.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2"/>
            <a:r>
              <a:rPr/>
              <a:t>values &gt;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1"/>
            <a:r>
              <a:rPr/>
              <a:t>supports spatial join operations (e.g., ST_INTERSECTS).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in AsterixDB BDMS ;</a:t>
            </a:r>
          </a:p>
          <a:p>
            <a:pPr lvl="1"/>
            <a:r>
              <a:rPr/>
              <a:t>LSM-Tree based data layout ;</a:t>
            </a:r>
          </a:p>
          <a:p>
            <a:pPr lvl="1"/>
            <a:r>
              <a:rPr/>
              <a:t>Native spatial capabilities ;</a:t>
            </a:r>
          </a:p>
          <a:p>
            <a:pPr lvl="1"/>
            <a:r>
              <a:rPr/>
              <a:t>Primary index on time dimension ;</a:t>
            </a:r>
          </a:p>
          <a:p>
            <a:pPr lvl="1"/>
            <a:r>
              <a:rPr/>
              <a:t>Secondary index on spatial dimension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 -</a:t>
            </a:r>
          </a:p>
          <a:p>
            <a:pPr lvl="1" indent="0" marL="342900">
              <a:buNone/>
            </a:pPr>
            <a:r>
              <a:rPr/>
              <a:t>Path(ni, …, nk) è valido ⇔ ⋂j=i..k Iej ≠ ∅</a:t>
            </a:r>
          </a:p>
          <a:p>
            <a:pPr lvl="0"/>
            <a:r>
              <a:rPr/>
              <a:t>Join strategy: Nested-Loop;</a:t>
            </a:r>
          </a:p>
          <a:p>
            <a:pPr lvl="0"/>
            <a:r>
              <a:rPr/>
              <a:t>&gt;GraphNode-TSNode</a:t>
            </a:r>
          </a:p>
          <a:p>
            <a:pPr lvl="1"/>
            <a:r>
              <a:rPr/>
              <a:t>Each time a traversal goes through a virtual edge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2025-11-20T15:14:00Z</dcterms:created>
  <dcterms:modified xsi:type="dcterms:W3CDTF">2025-11-20T15:14:00Z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