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[tAs, tAe) ∩ [tBs, tBe) ≠ ∅ ⇔ max(tAs, tBs) &lt; min(tAe, tBe)</a:t>
            </a:r>
          </a:p>
          <a:p>
            <a:pPr lvl="1"/>
            <a:r>
              <a:rPr/>
              <a:t>Ia ∩ Ib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2025-11-20T14:55:28Z</dcterms:created>
  <dcterms:modified xsi:type="dcterms:W3CDTF">2025-11-20T14:55:28Z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