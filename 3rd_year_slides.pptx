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svg" /><Relationship Id="rId2" Type="http://schemas.openxmlformats.org/officeDocument/2006/relationships/image" Target="../media/image12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svg" /><Relationship Id="rId2" Type="http://schemas.openxmlformats.org/officeDocument/2006/relationships/image" Target="../media/image14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2026-09-16T12:36:45Z</dcterms:created>
  <dcterms:modified xsi:type="dcterms:W3CDTF">2026-09-16T12:36:45Z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