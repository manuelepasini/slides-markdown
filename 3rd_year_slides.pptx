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digitaltwin1.org/articles/1-2/v2" TargetMode="External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Prescriptive watering: Data-driven optimization of water consumption in kiwifruit orchards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Spatio-Temporal Property Graphs and Time-Series Data</a:t>
            </a:r>
          </a:p>
        </p:txBody>
      </p:sp>
      <p:pic>
        <p:nvPicPr>
          <p:cNvPr descr="https://github.com/ManuelePasini/slides-markdown/blob/master/slides/images/phd3rdyear/STGraph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3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2026-09-15T13:35:41Z</dcterms:created>
  <dcterms:modified xsi:type="dcterms:W3CDTF">2026-09-15T13:35:41Z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