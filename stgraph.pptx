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modelling;</a:t>
            </a:r>
          </a:p>
          <a:p>
            <a:pPr lvl="1"/>
            <a:r>
              <a:rPr/>
              <a:t>algorithms optimizations;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TS operations in graph QL (Graph analytics);</a:t>
            </a:r>
          </a:p>
          <a:p>
            <a:pPr lvl="1"/>
            <a:r>
              <a:rPr/>
              <a:t>Cross time-series operations;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2025-12-13T19:22:56Z</dcterms:created>
  <dcterms:modified xsi:type="dcterms:W3CDTF">2025-12-13T19:22:56Z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