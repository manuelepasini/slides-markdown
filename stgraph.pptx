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adjacency;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1"/>
            <a:r>
              <a:rPr/>
              <a:t>properties values bigger than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BDMS ;</a:t>
            </a:r>
          </a:p>
          <a:p>
            <a:pPr lvl="1"/>
            <a:r>
              <a:rPr/>
              <a:t>LSM-Tree based data layout ;</a:t>
            </a:r>
          </a:p>
          <a:p>
            <a:pPr lvl="1"/>
            <a:r>
              <a:rPr/>
              <a:t>Native spatial capabilities ;</a:t>
            </a:r>
          </a:p>
          <a:p>
            <a:pPr lvl="1"/>
            <a:r>
              <a:rPr/>
              <a:t>Primary index on time dimension ;</a:t>
            </a:r>
          </a:p>
          <a:p>
            <a:pPr lvl="1"/>
            <a:r>
              <a:rPr/>
              <a:t>Secondary index on spatial dimension 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2025-11-20T11:16:29Z</dcterms:created>
  <dcterms:modified xsi:type="dcterms:W3CDTF">2025-11-20T11:16:29Z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