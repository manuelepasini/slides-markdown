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svg" /><Relationship Id="rId2" Type="http://schemas.openxmlformats.org/officeDocument/2006/relationships/image" Target="../media/image15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4.svg" /><Relationship Id="rId2" Type="http://schemas.openxmlformats.org/officeDocument/2006/relationships/image" Target="../media/image23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5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Beyond the research paper…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Growing, interconnected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374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87900" y="1193800"/>
            <a:ext cx="374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2026-09-16T15:30:45Z</dcterms:created>
  <dcterms:modified xsi:type="dcterms:W3CDTF">2026-09-16T15:30:45Z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