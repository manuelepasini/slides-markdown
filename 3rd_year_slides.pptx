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Grieves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</a:t>
            </a:r>
            <a:r>
              <a:rPr b="1"/>
              <a:t>many independent domains</a:t>
            </a:r>
            <a:r>
              <a:rPr/>
              <a:t>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limited scalability</a:t>
            </a:r>
          </a:p>
          <a:p>
            <a:pPr lvl="0" indent="0" marL="0">
              <a:buNone/>
            </a:pPr>
            <a:r>
              <a:rPr b="1"/>
              <a:t>Fragmentation &amp; Heterogeneity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1"/>
            <a:r>
              <a:rPr/>
              <a:t>heterogeneous data: structured/unstructured, sensor/simulation/imagery, domain-specific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</a:t>
            </a:r>
            <a:r>
              <a:rPr b="1"/>
              <a:t>focus of my research</a:t>
            </a:r>
          </a:p>
          <a:p>
            <a:pPr lvl="0"/>
            <a:r>
              <a:rPr/>
              <a:t>⇒ </a:t>
            </a:r>
            <a:r>
              <a:rPr b="1"/>
              <a:t>Data standardization should lead</a:t>
            </a:r>
            <a:r>
              <a:rPr/>
              <a:t> the standardization effort</a:t>
            </a:r>
          </a:p>
          <a:p>
            <a:pPr lvl="1"/>
            <a:r>
              <a:rPr/>
              <a:t>Data standardization entails interoperability!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2026-09-15T09:36:23Z</dcterms:created>
  <dcterms:modified xsi:type="dcterms:W3CDTF">2026-09-15T09:36:23Z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