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7.svg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7.svg" /><Relationship Id="rId2" Type="http://schemas.openxmlformats.org/officeDocument/2006/relationships/image" Target="../media/image27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</a:t>
            </a:r>
          </a:p>
          <a:p>
            <a:pPr lvl="0"/>
            <a:r>
              <a:rPr/>
              <a:t>Little work in terms of metadata exploration</a:t>
            </a:r>
          </a:p>
          <a:p>
            <a:pPr lvl="0"/>
            <a:r>
              <a:rPr/>
              <a:t>As case study, a Data Warehouse (DW) is considered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DW Schema</a:t>
            </a:r>
          </a:p>
        </p:txBody>
      </p:sp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invoice fact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2026-09-17T08:41:23Z</dcterms:created>
  <dcterms:modified xsi:type="dcterms:W3CDTF">2026-09-17T08:41:23Z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