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merge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Pattern matching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Collaborations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Physical level:</a:t>
            </a:r>
          </a:p>
          <a:p>
            <a:pPr lvl="1"/>
            <a:r>
              <a:rPr/>
              <a:t>TS data require different data layout than graph data;</a:t>
            </a:r>
          </a:p>
          <a:p>
            <a:pPr lvl="2"/>
            <a:r>
              <a:rPr/>
              <a:t>LSM-Tree-like (e.g., RocksDB)</a:t>
            </a:r>
          </a:p>
          <a:p>
            <a:pPr lvl="2"/>
            <a:r>
              <a:rPr/>
              <a:t>InfluxDB 3.0 on Parquet.</a:t>
            </a:r>
          </a:p>
          <a:p>
            <a:pPr lvl="1"/>
            <a:r>
              <a:rPr/>
              <a:t>Metadata modelling (ausiliary structures);</a:t>
            </a:r>
          </a:p>
          <a:p>
            <a:pPr lvl="1"/>
            <a:r>
              <a:rPr/>
              <a:t>query formalization and optimization;</a:t>
            </a:r>
          </a:p>
          <a:p>
            <a:pPr lvl="0"/>
            <a:r>
              <a:rPr/>
              <a:t>Analytics:</a:t>
            </a:r>
          </a:p>
          <a:p>
            <a:pPr lvl="1"/>
            <a:r>
              <a:rPr/>
              <a:t>Extend Cypher/GQL with TS operators;</a:t>
            </a:r>
          </a:p>
          <a:p>
            <a:pPr lvl="2"/>
            <a:r>
              <a:rPr/>
              <a:t>shape/patthern matching;</a:t>
            </a:r>
          </a:p>
          <a:p>
            <a:pPr lvl="1"/>
            <a:r>
              <a:rPr/>
              <a:t>Graph-TS cross-operators:</a:t>
            </a:r>
          </a:p>
          <a:p>
            <a:pPr lvl="2"/>
            <a:r>
              <a:rPr/>
              <a:t>Identify plants/grids with similar drying patterns over the last 24h</a:t>
            </a:r>
          </a:p>
          <a:p>
            <a:pPr lvl="2"/>
            <a:r>
              <a:rPr/>
              <a:t>Correlate graph metrics with time-series trends</a:t>
            </a:r>
          </a:p>
          <a:p>
            <a:pPr lvl="3"/>
            <a:r>
              <a:rPr/>
              <a:t>e.g., landslide monitoring sensor network: correlation between pressure measurements and node degree between nearby sensors</a:t>
            </a:r>
          </a:p>
          <a:p>
            <a:pPr lvl="2"/>
            <a:r>
              <a:rPr/>
              <a:t>Correlate soil drying with temperature (spatial join with ARPAE weather stations)</a:t>
            </a:r>
          </a:p>
          <a:p>
            <a:pPr lvl="0"/>
            <a:r>
              <a:rPr/>
              <a:t>Multistore:</a:t>
            </a:r>
          </a:p>
          <a:p>
            <a:pPr lvl="1"/>
            <a:r>
              <a:rPr/>
              <a:t>Provide a unified language that transparently distributes the execution plan on different engines.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2026-09-16T14:28:38Z</dcterms:created>
  <dcterms:modified xsi:type="dcterms:W3CDTF">2026-09-16T14:28:38Z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