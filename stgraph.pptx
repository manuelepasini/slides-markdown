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entail different workload and ingestion capabilities…</a:t>
            </a:r>
          </a:p>
          <a:p>
            <a:pPr lvl="0"/>
            <a:r>
              <a:rPr/>
              <a:t>But nowadays data-intensive applications often entail both characteristics…</a:t>
            </a:r>
          </a:p>
          <a:p>
            <a:pPr lvl="1"/>
            <a:r>
              <a:rPr/>
              <a:t>… Internet-of-Things networks</a:t>
            </a:r>
          </a:p>
          <a:p>
            <a:pPr lvl="1"/>
            <a:r>
              <a:rPr/>
              <a:t>… Digital Twins applications</a:t>
            </a:r>
          </a:p>
          <a:p>
            <a:pPr lvl="1"/>
            <a:r>
              <a:rPr/>
              <a:t>… Pervasive computing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2025-11-20T09:46:16Z</dcterms:created>
  <dcterms:modified xsi:type="dcterms:W3CDTF">2025-11-20T09:46:16Z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