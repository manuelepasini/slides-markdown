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Grieves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</a:t>
            </a:r>
            <a:r>
              <a:rPr b="1"/>
              <a:t>many independent domains</a:t>
            </a:r>
            <a:r>
              <a:rPr/>
              <a:t>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limited scalability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</a:t>
            </a:r>
            <a:r>
              <a:rPr b="1"/>
              <a:t>focus of my research</a:t>
            </a:r>
            <a:r>
              <a:rPr/>
              <a:t> ⇒ </a:t>
            </a:r>
            <a:r>
              <a:rPr b="1"/>
              <a:t>Data standardization should lead</a:t>
            </a:r>
            <a:r>
              <a:rPr/>
              <a:t> the standardization effort</a:t>
            </a:r>
          </a:p>
          <a:p>
            <a:pPr lvl="2"/>
            <a:r>
              <a:rPr/>
              <a:t>Data standardization entails interoperability!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2026-09-15T09:51:21Z</dcterms:created>
  <dcterms:modified xsi:type="dcterms:W3CDTF">2026-09-15T09:51:21Z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