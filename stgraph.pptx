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-&gt; ;</a:t>
            </a:r>
          </a:p>
          <a:p>
            <a:pPr lvl="1"/>
            <a:r>
              <a:rPr/>
              <a:t>Virtual edge  -&gt;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fixed-size records stored in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  <a:p>
            <a:pPr lvl="1"/>
            <a:r>
              <a:rPr/>
              <a:t>Outgoing edges and properties are stored in a “fat” representation”.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Traversing a virtual edge:</a:t>
            </a:r>
          </a:p>
          <a:p>
            <a:pPr lvl="1"/>
            <a:r>
              <a:rPr/>
              <a:t>Entails a query to AsterixDB ;</a:t>
            </a:r>
          </a:p>
          <a:p>
            <a:pPr lvl="1"/>
            <a:r>
              <a:rPr/>
              <a:t>Filter pushdown ;</a:t>
            </a:r>
          </a:p>
          <a:p>
            <a:pPr lvl="1"/>
            <a:r>
              <a:rPr/>
              <a:t>No support for cross time-series operations 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2025-11-20T18:11:08Z</dcterms:created>
  <dcterms:modified xsi:type="dcterms:W3CDTF">2025-11-20T18:11:08Z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