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;</a:t>
            </a:r>
          </a:p>
          <a:p>
            <a:pPr lvl="1"/>
            <a:r>
              <a:rPr/>
              <a:t>LSM-Tree based;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dimension;</a:t>
            </a:r>
          </a:p>
          <a:p>
            <a:pPr lvl="1"/>
            <a:r>
              <a:rPr/>
              <a:t>Secondary index on spatial dimension.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Path(ni, …, nk) è valido ⇔ ⋂j=i..k-1 Ie(nj,nj+1)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/>
              <a:t>Traversing a virtual edge:</a:t>
            </a:r>
          </a:p>
          <a:p>
            <a:pPr lvl="1"/>
            <a:r>
              <a:rPr/>
              <a:t>Entails a query to AsterixDB ;</a:t>
            </a:r>
          </a:p>
          <a:p>
            <a:pPr lvl="1"/>
            <a:r>
              <a:rPr/>
              <a:t>Filter pushdown ;</a:t>
            </a:r>
          </a:p>
          <a:p>
            <a:pPr lvl="1"/>
            <a:r>
              <a:rPr/>
              <a:t>No support for cross time-series operations 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2025-11-20T16:23:06Z</dcterms:created>
  <dcterms:modified xsi:type="dcterms:W3CDTF">2025-11-20T16:23:06Z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