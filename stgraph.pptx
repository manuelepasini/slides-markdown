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fixed-size records stored in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 and outgoing edges are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two steps:</a:t>
            </a:r>
          </a:p>
          <a:p>
            <a:pPr lvl="2"/>
            <a:r>
              <a:rPr/>
              <a:t>Graph exploration through a DFS search;</a:t>
            </a:r>
          </a:p>
          <a:p>
            <a:pPr lvl="2"/>
            <a:r>
              <a:rPr/>
              <a:t>Graph materialization: if exploration leads to a virtual edge, materialize its virtual nodes;</a:t>
            </a:r>
          </a:p>
          <a:p>
            <a:pPr lvl="2"/>
            <a:r>
              <a:rPr/>
              <a:t>Query solving.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Supports filter pushdown to AsterixDB;</a:t>
            </a:r>
          </a:p>
          <a:p>
            <a:pPr lvl="2"/>
            <a:r>
              <a:rPr/>
              <a:t>Supports spatial join/filtering operations (e.g., ST_INTERSECTS).</a:t>
            </a:r>
          </a:p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.</a:t>
            </a:r>
          </a:p>
          <a:p>
            <a:pPr lvl="1"/>
            <a:r>
              <a:rPr/>
              <a:t>Query to AsterixDB block path traversal algorithm (could by asynchronous)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2025-11-20T18:35:51Z</dcterms:created>
  <dcterms:modified xsi:type="dcterms:W3CDTF">2025-11-20T18:35:51Z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