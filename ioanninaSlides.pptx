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204"/>
          <a:sy d="100" n="204"/>
        </p:scale>
        <p:origin x="488" y="11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6" Type="http://schemas.openxmlformats.org/officeDocument/2006/relationships/viewProps" Target="viewProps.xml" /><Relationship Id="rId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8" Type="http://schemas.openxmlformats.org/officeDocument/2006/relationships/tableStyles" Target="tableStyles.xml" /><Relationship Id="rId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/>
          </a:bodyPr>
          <a:lstStyle>
            <a:lvl1pPr>
              <a:defRPr sz="2800"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241EB5C9-1307-BA42-ABA2-0BC069CD8E7F}" type="datetimeFigureOut">
              <a:rPr lang="en-US" smtClean="0"/>
              <a:pPr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>
            <a:normAutofit/>
          </a:bodyPr>
          <a:lstStyle>
            <a:lvl1pPr algn="l">
              <a:defRPr sz="2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00">
          <a:solidFill>
            <a:schemeClr val="tx1"/>
          </a:solidFill>
          <a:latin charset="0" panose="020B0604020202020204" pitchFamily="34" typeface="Helvetica"/>
          <a:ea typeface="+mj-ea"/>
          <a:cs charset="0" panose="020B0604020202020204" pitchFamily="34" typeface="Helvetica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2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big.csr.unibo.it/" TargetMode="External" /><Relationship Id="rId3" Type="http://schemas.openxmlformats.org/officeDocument/2006/relationships/hyperlink" Target="https://agritechcenter.it/it/" TargetMode="Externa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jp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Who am I ?</a:t>
            </a:r>
          </a:p>
          <a:p>
            <a:pPr lvl="1"/>
            <a:r>
              <a:rPr/>
              <a:t>Manuele Pasini, Ph.D. Candidate in Computer Science and Engineering</a:t>
            </a:r>
          </a:p>
          <a:p>
            <a:pPr lvl="1"/>
            <a:r>
              <a:rPr/>
              <a:t>University of Bologna, </a:t>
            </a:r>
            <a:r>
              <a:rPr>
                <a:hlinkClick r:id="rId2"/>
              </a:rPr>
              <a:t>Business Intelligence Group</a:t>
            </a:r>
          </a:p>
          <a:p>
            <a:pPr lvl="0"/>
            <a:r>
              <a:rPr b="1"/>
              <a:t>Area of Interest:</a:t>
            </a:r>
          </a:p>
          <a:p>
            <a:pPr lvl="1"/>
            <a:r>
              <a:rPr/>
              <a:t>Traditional DBMS, Big Data and Data Platforms</a:t>
            </a:r>
          </a:p>
          <a:p>
            <a:pPr lvl="2"/>
            <a:r>
              <a:rPr/>
              <a:t>Data architectures and methodologies for Digital Twins</a:t>
            </a:r>
          </a:p>
          <a:p>
            <a:pPr lvl="2"/>
            <a:r>
              <a:rPr/>
              <a:t>Precision Agriculture:</a:t>
            </a:r>
          </a:p>
          <a:p>
            <a:pPr lvl="3"/>
            <a:r>
              <a:rPr/>
              <a:t>Irrigation optimization</a:t>
            </a:r>
          </a:p>
          <a:p>
            <a:pPr lvl="3"/>
            <a:r>
              <a:rPr/>
              <a:t>Data Platform for italian agriculture domain @</a:t>
            </a:r>
            <a:r>
              <a:rPr>
                <a:hlinkClick r:id="rId3"/>
              </a:rPr>
              <a:t>Agritech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Oh God no, not DTs again</a:t>
            </a:r>
          </a:p>
          <a:p>
            <a:pPr lvl="0" indent="0" marL="0">
              <a:buNone/>
            </a:pPr>
            <a:r>
              <a:rPr/>
              <a:t>Oh God no, not DTs again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Current Work</a:t>
            </a:r>
          </a:p>
        </p:txBody>
      </p:sp>
      <p:pic>
        <p:nvPicPr>
          <p:cNvPr descr="https://raw.githubusercontent.com/ManuelePasini/slides-markdown/refs/heads/master/slides/images/ioanninaSlides/catalog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485900"/>
            <a:ext cx="4038600" cy="2298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Excerpt of our P.A. platform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Graph+TimeSeries Hybrid data model</a:t>
            </a:r>
          </a:p>
          <a:p>
            <a:pPr lvl="0" indent="0" marL="0">
              <a:buNone/>
            </a:pPr>
            <a:r>
              <a:rPr/>
              <a:t>Graph+TimeSeries Hybrid data model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Future plans</a:t>
            </a:r>
          </a:p>
          <a:p>
            <a:pPr lvl="0"/>
            <a:r>
              <a:rPr/>
              <a:t>Hopefully finish and publish the paper;</a:t>
            </a:r>
          </a:p>
          <a:p>
            <a:pPr lvl="0"/>
            <a:r>
              <a:rPr/>
              <a:t>optimize querying performances;</a:t>
            </a:r>
          </a:p>
          <a:p>
            <a:pPr lvl="0"/>
            <a:r>
              <a:rPr/>
              <a:t>enhance query expressiveness;</a:t>
            </a:r>
          </a:p>
          <a:p>
            <a:pPr lvl="0"/>
            <a:r>
              <a:rPr b="1"/>
              <a:t>Survive this journey without developing PTSD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Helvetica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2025-11-20T18:48:32Z</dcterms:created>
  <dcterms:modified xsi:type="dcterms:W3CDTF">2025-11-20T18:48:32Z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toc-title">
    <vt:lpwstr>Table of contents</vt:lpwstr>
  </property>
</Properties>
</file>