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</a:t>
            </a:r>
          </a:p>
          <a:p>
            <a:pPr lvl="2" indent="0" marL="685800">
              <a:buNone/>
            </a:pPr>
            <a:r>
              <a:rPr/>
              <a:t>;</a:t>
            </a:r>
          </a:p>
          <a:p>
            <a:pPr lvl="1"/>
            <a:r>
              <a:rPr/>
              <a:t>Time-Series node</a:t>
            </a:r>
          </a:p>
          <a:p>
            <a:pPr lvl="2" indent="0" marL="685800">
              <a:buNone/>
            </a:pPr>
            <a:r>
              <a:rPr/>
              <a:t>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(to a graph node);</a:t>
            </a:r>
          </a:p>
          <a:p>
            <a:pPr lvl="1"/>
            <a:r>
              <a:rPr/>
              <a:t>Virtual edge (to a Time-Series node)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;</a:t>
            </a:r>
          </a:p>
          <a:p>
            <a:pPr lvl="1"/>
            <a:r>
              <a:rPr/>
              <a:t>LSM-Tree based;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dimension;</a:t>
            </a:r>
          </a:p>
          <a:p>
            <a:pPr lvl="1"/>
            <a:r>
              <a:rPr/>
              <a:t>Secondary index on spatial dimension.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Path(ni, …, nk) è valido ⇔ ⋂j=i..k-1 I(nj,nj+1) ≠ ∅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/>
              <a:t>&gt;GraphNode-TSNode</a:t>
            </a:r>
          </a:p>
          <a:p>
            <a:pPr lvl="1"/>
            <a:r>
              <a:rPr/>
              <a:t>Each traversal of a virtual edge entails a query to AsterixDB.</a:t>
            </a:r>
          </a:p>
          <a:p>
            <a:pPr lvl="1"/>
            <a:r>
              <a:rPr/>
              <a:t>Filter pushdown</a:t>
            </a:r>
          </a:p>
          <a:p>
            <a:pPr lvl="1"/>
            <a:r>
              <a:rPr/>
              <a:t>No support for cross time-series operations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2025-11-20T15:39:07Z</dcterms:created>
  <dcterms:modified xsi:type="dcterms:W3CDTF">2025-11-20T15:39:07Z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