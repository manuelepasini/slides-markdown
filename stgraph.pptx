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Can we separate data by temporal granularity to support hybrid modeling across time-series and temporal graph systems?</a:t>
            </a:r>
          </a:p>
          <a:p>
            <a:pPr lvl="0"/>
            <a:r>
              <a:rPr b="1"/>
              <a:t>RQ2</a:t>
            </a:r>
            <a:r>
              <a:rPr/>
              <a:t> - 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nodes, edges,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Graph exploration through DFS;</a:t>
            </a:r>
          </a:p>
          <a:p>
            <a:pPr lvl="2"/>
            <a:r>
              <a:rPr/>
              <a:t>Graph materialization: if exploring a virtual edge, materialize its virtual nodes;</a:t>
            </a:r>
          </a:p>
          <a:p>
            <a:pPr lvl="2"/>
            <a:r>
              <a:rPr/>
              <a:t>Query solving.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.</a:t>
            </a:r>
          </a:p>
          <a:p>
            <a:pPr lvl="1"/>
            <a:r>
              <a:rPr/>
              <a:t>Query to AsterixDB block path traversal algorithm (could by asynchronous)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2025-11-20T18:58:54Z</dcterms:created>
  <dcterms:modified xsi:type="dcterms:W3CDTF">2025-11-20T18:58:54Z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