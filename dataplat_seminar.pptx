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Under the hood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Cloud Data Platform</a:t>
            </a:r>
          </a:p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highly heterogeneous data;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Governance issues;</a:t>
            </a:r>
          </a:p>
          <a:p>
            <a:pPr lvl="1"/>
            <a:r>
              <a:rPr/>
              <a:t>Sharing issues.</a:t>
            </a:r>
          </a:p>
        </p:txBody>
      </p:sp>
      <p:pic>
        <p:nvPicPr>
          <p:cNvPr descr="https://github.com/ManuelePasini/slides-markdown/blob/master/slides/images/dataplat_seminar/datamesh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for fault tolerance mechanisms;</a:t>
            </a:r>
          </a:p>
          <a:p>
            <a:pPr lvl="1"/>
            <a:r>
              <a:rPr/>
              <a:t>Might face dependencies issues;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 Swarm</a:t>
            </a:r>
            <a:r>
              <a:rPr/>
              <a:t> 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Differences between containers and virtual machines…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Containers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Virtual Machines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Share host operating system kernel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Each VM includes a full guest operating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Fast startup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Slower startup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Logical isolation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Strong isolation via hypervisor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Easy scalability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More complex to scale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 workload density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Lower density due to higher resource consumption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2025-12-05T16:08:08Z</dcterms:created>
  <dcterms:modified xsi:type="dcterms:W3CDTF">2025-12-05T16:08:08Z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