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igitaltwin1.org/articles/1-2/v2" TargetMode="External" /><Relationship Id="rId2" Type="http://schemas.openxmlformats.org/officeDocument/2006/relationships/image" Target="../media/image5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digitaltwin1.org/articles/1-2/v2" TargetMode="External" /><Relationship Id="rId2" Type="http://schemas.openxmlformats.org/officeDocument/2006/relationships/image" Target="../media/image6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Unified graph conceptual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3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 review @ VLDB 2027</a:t>
            </a:r>
          </a:p>
          <a:p>
            <a:pPr lvl="0"/>
            <a:r>
              <a:rPr/>
              <a:t>Key points: :::: {.columns} ::: {.column width=“50%”}</a:t>
            </a:r>
          </a:p>
          <a:p>
            <a:pPr lvl="1"/>
            <a:r>
              <a:rPr/>
              <a:t>Optimized streaming ingestion of data;</a:t>
            </a:r>
          </a:p>
          <a:p>
            <a:pPr lvl="1"/>
            <a:r>
              <a:rPr/>
              <a:t>Query optimization through filter-pushdown ::: ::: {.column width=“50%”}</a:t>
            </a:r>
          </a:p>
          <a:p>
            <a:pPr lvl="1"/>
            <a:r>
              <a:rPr/>
              <a:t>TS events as graph nodes:</a:t>
            </a:r>
          </a:p>
          <a:p>
            <a:pPr lvl="2"/>
            <a:r>
              <a:rPr/>
              <a:t>can also hold edges and properties</a:t>
            </a:r>
          </a:p>
          <a:p>
            <a:pPr lvl="2"/>
            <a:r>
              <a:rPr/>
              <a:t>materialized on graph at query time (saving storage).</a:t>
            </a:r>
          </a:p>
          <a:p>
            <a:pPr lvl="1"/>
            <a:r>
              <a:rPr/>
              <a:t>Support for different temporal semantics</a:t>
            </a:r>
          </a:p>
          <a:p>
            <a:pPr lvl="2"/>
            <a:r>
              <a:rPr/>
              <a:t>(e.g., continuous path (default), consecutive path) . ::: ::::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3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2026-09-15T14:01:32Z</dcterms:created>
  <dcterms:modified xsi:type="dcterms:W3CDTF">2026-09-15T14:01:32Z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