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Relationship Id="rId3" Type="http://schemas.openxmlformats.org/officeDocument/2006/relationships/hyperlink" Target="https://www.sciencedirect.com/journal/computers-and-electronics-in-agriculture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8.svg" /><Relationship Id="rId2" Type="http://schemas.openxmlformats.org/officeDocument/2006/relationships/image" Target="../media/image27.sv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sv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Digital Twins: Concept &amp; State of the Art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Challenge: Fragmentation</a:t>
            </a:r>
          </a:p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Digital Twin Platform: A Data-Oriented Perspective</a:t>
            </a:r>
          </a:p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management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SMARTER: Data-driven optimization of water consumption in kiwifruit orchards</a:t>
            </a:r>
          </a:p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3"/>
              </a:rPr>
              <a:t>Computers and Electronics in Agriculture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soil moisture profile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SMARTER: Data-driven optimization of water consumption in kiwifruit orchards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SMARTER: Data-driven optimization of water consumption in kiwifruit orchards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~ 30 GB of data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STGraph: A Multistore for Temporal Graphs and Time-Series</a:t>
            </a:r>
          </a:p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STGraph: A Multistore for Temporal Graphs and Time-Series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Anomaly Detection in Complex Sensor Networks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LLM-Assisted Metadata Query Answering on Data Warehouses</a:t>
            </a:r>
          </a:p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support, little work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/>
            <a:r>
              <a:rPr/>
              <a:t>Dimensional Fact Model (DFM) describing metadata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invoice_fact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LLM-Assisted Metadata Query Answering on Data Warehouses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Input</a:t>
            </a:r>
          </a:p>
          <a:p>
            <a:pPr lvl="1"/>
            <a:r>
              <a:rPr/>
              <a:t>DFM modelled as KG (SG) with ad-hoc ontology</a:t>
            </a:r>
          </a:p>
          <a:p>
            <a:pPr lvl="1"/>
            <a:r>
              <a:rPr/>
              <a:t>DWH Schema as KG (MG) described with SG</a:t>
            </a:r>
          </a:p>
          <a:p>
            <a:pPr lvl="1"/>
            <a:r>
              <a:rPr/>
              <a:t>Four categories of questions</a:t>
            </a:r>
          </a:p>
          <a:p>
            <a:pPr lvl="1"/>
            <a:r>
              <a:rPr/>
              <a:t>Tests with enriched versions</a:t>
            </a:r>
          </a:p>
        </p:txBody>
      </p:sp>
      <p:pic>
        <p:nvPicPr>
          <p:cNvPr descr="https://github.com/ManuelePasini/slides-markdown/blob/master/slides/images/phd3rdyear/dfm_kg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SG and an excerpt of MG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llm4bi_results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1193800"/>
            <a:ext cx="535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Results over question categories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2026-09-21T07:42:05Z</dcterms:created>
  <dcterms:modified xsi:type="dcterms:W3CDTF">2026-09-21T07:42:05Z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