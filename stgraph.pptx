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Path Exploration through temporal DFS;</a:t>
            </a:r>
          </a:p>
          <a:p>
            <a:pPr lvl="3"/>
            <a:r>
              <a:rPr/>
              <a:t>Path Materialization: if exploring a virtual edge, materialize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Materializing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materialized as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2025-11-26T13:22:13Z</dcterms:created>
  <dcterms:modified xsi:type="dcterms:W3CDTF">2025-11-26T13:22:13Z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