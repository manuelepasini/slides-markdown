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Under the hood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Cloud Data Platform</a:t>
            </a:r>
          </a:p>
          <a:p>
            <a:pPr lvl="0"/>
            <a:r>
              <a:rPr/>
              <a:t>Is a </a:t>
            </a:r>
            <a:r>
              <a:rPr i="1"/>
              <a:t>centralized</a:t>
            </a:r>
            <a:r>
              <a:rPr/>
              <a:t> infrastructre composed of </a:t>
            </a:r>
            <a:r>
              <a:rPr i="1"/>
              <a:t>independent</a:t>
            </a:r>
            <a:r>
              <a:rPr/>
              <a:t> and </a:t>
            </a:r>
            <a:r>
              <a:rPr i="1"/>
              <a:t>well-integrated</a:t>
            </a:r>
            <a:r>
              <a:rPr/>
              <a:t> services meeting the </a:t>
            </a:r>
            <a:r>
              <a:rPr i="1"/>
              <a:t>end-to-end</a:t>
            </a:r>
            <a:r>
              <a:rPr/>
              <a:t> needs of data pipelines:</a:t>
            </a:r>
          </a:p>
          <a:p>
            <a:pPr lvl="1"/>
            <a:r>
              <a:rPr i="1"/>
              <a:t>Centralized</a:t>
            </a:r>
            <a:r>
              <a:rPr/>
              <a:t>: a data platform is conceptually a single and unified component;</a:t>
            </a:r>
          </a:p>
          <a:p>
            <a:pPr lvl="1"/>
            <a:r>
              <a:rPr i="1"/>
              <a:t>Independent</a:t>
            </a:r>
            <a:r>
              <a:rPr/>
              <a:t>: changes in a a service do not affect others;</a:t>
            </a:r>
          </a:p>
          <a:p>
            <a:pPr lvl="1"/>
            <a:r>
              <a:rPr i="1"/>
              <a:t>Well-integrated</a:t>
            </a:r>
            <a:r>
              <a:rPr/>
              <a:t>: services have interfaces enabling a frictionless composition;</a:t>
            </a:r>
          </a:p>
          <a:p>
            <a:pPr lvl="1"/>
            <a:r>
              <a:rPr i="1"/>
              <a:t>End-to-end</a:t>
            </a:r>
            <a:r>
              <a:rPr/>
              <a:t>: services cover the entire data life cycle.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6 Research partners;</a:t>
            </a:r>
          </a:p>
          <a:p>
            <a:pPr lvl="0"/>
            <a:r>
              <a:rPr/>
              <a:t>Heterogeneous data;</a:t>
            </a:r>
          </a:p>
          <a:p>
            <a:pPr lvl="0"/>
            <a:r>
              <a:rPr/>
              <a:t>Governance issues;</a:t>
            </a:r>
          </a:p>
        </p:txBody>
      </p:sp>
      <p:pic>
        <p:nvPicPr>
          <p:cNvPr descr="https://github.com/ManuelePasini/slides-markdown/blob/master/slides/images/dataplat_seminar/datamesh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scenario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for fault tolerance mechanisms;</a:t>
            </a:r>
          </a:p>
          <a:p>
            <a:pPr lvl="1"/>
            <a:r>
              <a:rPr/>
              <a:t>Might face dependencies issues;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 Swarm</a:t>
            </a:r>
            <a:r>
              <a:rPr/>
              <a:t> 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Differences between containers and virtual machines…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4038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Containers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Virtual Machines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 host operating system kernel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Each VM includes a full guest operating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Fast startup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Slower startup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Logical isolation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Strong isolation via hypervisor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Easy scalability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More complex to scale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 workload density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Lower density due to higher resource consumption</a:t>
                      </a:r>
                    </a:p>
                  </a:txBody>
                </a:tc>
              </a:tr>
            </a:tbl>
          </a:graphicData>
        </a:graphic>
      </p:graphicFrame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2025-12-05T15:53:36Z</dcterms:created>
  <dcterms:modified xsi:type="dcterms:W3CDTF">2025-12-05T15:53:36Z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